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66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A7A4C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0A7A4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8FC4AC"/>
          </a:solidFill>
          <a:ln/>
        </p:spPr>
      </p:sp>
      <p:pic>
        <p:nvPicPr>
          <p:cNvPr id="5" name="Image 0" descr="/home/claude/pptx_project/icon_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8065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FC4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Dashboard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58368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EF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Power BI project analyzing order fulfillment, warehouse efficiency,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9EF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sales performance across the United States.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C4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Regional Sales Data   ·   Star-Schema Model   ·   12 DAX Measures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" name="Image 0" descr="/home/claude/pptx_project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30352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0116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an interactive Power BI report that evaluates how efficiently orders move through the supply chain — from procurement to final delivery — and highlights which warehouses, sales teams, and products drive performance.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Single-country dataset (United States)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3-year historical window (2018–2020)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Order-level transactions with full date lineage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Star-schema model built for scalability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1371600"/>
            <a:ext cx="5532120" cy="4663440"/>
          </a:xfrm>
          <a:prstGeom prst="roundRect">
            <a:avLst>
              <a:gd name="adj" fmla="val 1961"/>
            </a:avLst>
          </a:prstGeom>
          <a:solidFill>
            <a:srgbClr val="01663E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Questions This Report Answers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46520" y="2286000"/>
            <a:ext cx="457200" cy="457200"/>
          </a:xfrm>
          <a:prstGeom prst="ellipse">
            <a:avLst/>
          </a:prstGeom>
          <a:solidFill>
            <a:srgbClr val="8FC4AC"/>
          </a:solidFill>
          <a:ln/>
        </p:spPr>
      </p:sp>
      <p:pic>
        <p:nvPicPr>
          <p:cNvPr id="13" name="Image 1" descr="/home/claude/pptx_project/icon_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4048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2286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is revenue trending across regions and time?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46520" y="3127248"/>
            <a:ext cx="457200" cy="457200"/>
          </a:xfrm>
          <a:prstGeom prst="ellipse">
            <a:avLst/>
          </a:prstGeom>
          <a:solidFill>
            <a:srgbClr val="8FC4AC"/>
          </a:solidFill>
          <a:ln/>
        </p:spPr>
      </p:sp>
      <p:pic>
        <p:nvPicPr>
          <p:cNvPr id="16" name="Image 2" descr="/home/claude/pptx_project/icon_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2461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86600" y="31272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long does fulfillment take, from procurement to delivery?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46520" y="3968496"/>
            <a:ext cx="457200" cy="457200"/>
          </a:xfrm>
          <a:prstGeom prst="ellipse">
            <a:avLst/>
          </a:prstGeom>
          <a:solidFill>
            <a:srgbClr val="8FC4AC"/>
          </a:solidFill>
          <a:ln/>
        </p:spPr>
      </p:sp>
      <p:pic>
        <p:nvPicPr>
          <p:cNvPr id="19" name="Image 3" descr="/home/claude/pptx_project/icon_map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087368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39684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warehouses deliver fastest and generate most revenue?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46520" y="4809744"/>
            <a:ext cx="457200" cy="457200"/>
          </a:xfrm>
          <a:prstGeom prst="ellipse">
            <a:avLst/>
          </a:prstGeom>
          <a:solidFill>
            <a:srgbClr val="8FC4AC"/>
          </a:solidFill>
          <a:ln/>
        </p:spPr>
      </p:sp>
      <p:pic>
        <p:nvPicPr>
          <p:cNvPr id="22" name="Image 4" descr="/home/claude/pptx_project/icon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92861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86600" y="48097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sales teams and products perform best?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 |  Power BI Project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" name="Image 0" descr="/home/claude/pptx_projec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 Regional Sales Data (Kaggle) — a clean, order-level transactional dataset covering procurement, ordering, shipping, and delivery dates for sales made across the United States.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21214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7,991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Records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9659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46120" y="21214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246120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Columns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43600" y="19659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21214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943600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 (USA)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641080" y="19659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641080" y="21214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641080" y="27249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Fields per Order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703320"/>
            <a:ext cx="10607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6868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Structure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21" name="Image 1" descr="/home/claude/pptx_project/icon_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507992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463040" y="4343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Fact Table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463040" y="4663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— one row per order line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297680" y="4389120"/>
            <a:ext cx="457200" cy="45720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25" name="Image 2" descr="/home/claude/pptx_project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4507992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92040" y="4343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Dimension Tables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892040" y="4663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Warehouse, Sales Team, Customer, Store, Product, Date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7726680" y="4389120"/>
            <a:ext cx="457200" cy="45720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29" name="Image 3" descr="/home/claude/pptx_project/icon_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4507992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321040" y="4343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321040" y="4663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January 2018 – December 2020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 |  Power BI Project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" name="Image 0" descr="/home/claude/pptx_project/icon_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 Table — Sales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49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6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63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OrderNumber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Unique identifier for each order (primary key)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Channel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the order was placed (In-Store, Online, Distributor, Wholesale)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WarehouseCode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 that processed the order (→ Dim_Warehouse)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ProcuredDate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the ordered products were sourced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OrderDate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the customer placed the order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ShipDate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the order left the warehouse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DeliveryDate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the order reached the customer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CurrencyCode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Currency of the transaction (USD)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49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6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663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SalesTeamID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team handling the order (→ Dim_SalesTeam)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CustomerID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who placed the order (→ Dim_Customer)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StoreID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Store associated with the order (→ Dim_Store)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ProductID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ordered (→ Dim_Product)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Order Quantity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 of units ordered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Discount Applied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Discount rate applied to the order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Unit Cost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 per unit to the company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Unit Price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 per unit charged to the customer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 |  Power BI Project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" name="Image 0" descr="/home/claude/pptx_project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 Tables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7" name="Image 1" descr="/home/claude/pptx_project/icon_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173095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240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Dim_Warehouse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22960" y="26243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code, name, city, state, region and storage capacity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114800" y="13258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389120" y="160020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12" name="Image 2" descr="/home/claude/pptx_project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79" y="173095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89120" y="2240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Dim_SalesTeam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389120" y="26243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team ID, name, covering region, manager and team size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680960" y="13258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955280" y="160020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17" name="Image 3" descr="/home/claude/pptx_project/icon_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039" y="1730959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55280" y="2240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Dim_Customer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955280" y="26243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ID, name, segment, location and customer-since date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6576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22" name="Image 4" descr="/home/claude/pptx_project/icon_gr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" y="4062679"/>
            <a:ext cx="241402" cy="2414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2960" y="4572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Dim_Store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822960" y="49560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ID, name, store type, location and store-open date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114800" y="36576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389120" y="393192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27" name="Image 5" descr="/home/claude/pptx_project/icon_pack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9879" y="4062679"/>
            <a:ext cx="241402" cy="24140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389120" y="4572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Dim_Product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4389120" y="49560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ID, name, category, sub-category and unit of measure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7680960" y="36576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955280" y="393192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2" name="Image 6" descr="/home/claude/pptx_project/icon_calend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6039" y="4062679"/>
            <a:ext cx="241402" cy="24140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955280" y="4572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Dim_Date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7955280" y="49560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calendar table — year, quarter, month, weekday, week number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 |  Power BI Project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" name="Image 0" descr="/home/claude/pptx_project/icon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 — Star Schema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828800" y="1874520"/>
            <a:ext cx="5303520" cy="2446020"/>
          </a:xfrm>
          <a:prstGeom prst="line">
            <a:avLst/>
          </a:prstGeom>
          <a:noFill/>
          <a:ln w="19050">
            <a:solidFill>
              <a:srgbClr val="8FC4A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663440" y="1737360"/>
            <a:ext cx="2468880" cy="2583180"/>
          </a:xfrm>
          <a:prstGeom prst="line">
            <a:avLst/>
          </a:prstGeom>
          <a:noFill/>
          <a:ln w="19050">
            <a:solidFill>
              <a:srgbClr val="8FC4A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26880" y="1737360"/>
            <a:ext cx="-2194560" cy="2583180"/>
          </a:xfrm>
          <a:prstGeom prst="line">
            <a:avLst/>
          </a:prstGeom>
          <a:noFill/>
          <a:ln w="19050">
            <a:solidFill>
              <a:srgbClr val="8FC4A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881360" y="3200400"/>
            <a:ext cx="-3749040" cy="1120140"/>
          </a:xfrm>
          <a:prstGeom prst="line">
            <a:avLst/>
          </a:prstGeom>
          <a:noFill/>
          <a:ln w="19050">
            <a:solidFill>
              <a:srgbClr val="8FC4A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26880" y="5532120"/>
            <a:ext cx="-2194560" cy="-1211580"/>
          </a:xfrm>
          <a:prstGeom prst="line">
            <a:avLst/>
          </a:prstGeom>
          <a:noFill/>
          <a:ln w="19050">
            <a:solidFill>
              <a:srgbClr val="8FC4A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0" y="5715000"/>
            <a:ext cx="3474720" cy="-1394460"/>
          </a:xfrm>
          <a:prstGeom prst="line">
            <a:avLst/>
          </a:prstGeom>
          <a:noFill/>
          <a:ln w="19050">
            <a:solidFill>
              <a:srgbClr val="8FC4A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5544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166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Dim_Warehouse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749040" y="1417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166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4904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Dim_SalesTeam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412480" y="1417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166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Dim_Date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966960" y="28803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166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66960" y="2880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Dim_Customer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412480" y="52120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166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0" y="5212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Dim_Store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743200" y="53949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0166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0" y="5394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Dim_Product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0" y="354330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01663E"/>
          </a:solidFill>
          <a:ln/>
          <a:effectLst>
            <a:outerShdw sx="100000" sy="100000" kx="0" ky="0" algn="bl" rotWithShape="0" blurRad="101600" dist="25400" dir="5400000">
              <a:srgbClr val="1B2A33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029200" y="35433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FACT: Sales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8640" y="6080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dimension connects to Sales through its ID column. OrderDate drives the active relationship to Dim_Date; ProcuredDate, ShipDate and DeliveryDate use USERELATIONSHIP() for fulfillment-speed measures.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 |  Power BI Project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" name="Image 0" descr="/home/claude/pptx_project/icon_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Pages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51663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270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E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892040" y="160020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8" name="Image 1" descr="/home/claude/pptx_project/icon_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99" y="173095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1945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22960" y="26060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performance at a glance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89320" y="1325880"/>
            <a:ext cx="51663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263640" y="15270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E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Shape 9"/>
          <p:cNvSpPr/>
          <p:nvPr/>
        </p:nvSpPr>
        <p:spPr>
          <a:xfrm>
            <a:off x="10332720" y="160020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14" name="Image 2" descr="/home/claude/pptx_project/icon_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3479" y="173095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1945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Fulfillment Speed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6263640" y="26060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Order-to-delivery timing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3794760"/>
            <a:ext cx="51663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822960" y="39959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E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4892040" y="406908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20" name="Image 3" descr="/home/claude/pptx_project/icon_map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799" y="419983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46634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Performance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822960" y="50749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Distribution hub efficiency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989320" y="3794760"/>
            <a:ext cx="51663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6263640" y="39959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E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Shape 19"/>
          <p:cNvSpPr/>
          <p:nvPr/>
        </p:nvSpPr>
        <p:spPr>
          <a:xfrm>
            <a:off x="10332720" y="406908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26" name="Image 4" descr="/home/claude/pptx_project/icon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3479" y="419983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63640" y="46634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Team &amp; Product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6263640" y="50749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and product performance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 |  Power BI Project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" name="Image 0" descr="/home/claude/pptx_project/icon_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3891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1 — Overview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005840" y="6217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performance at a glance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11480" y="1005840"/>
            <a:ext cx="8001000" cy="4799111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pic>
        <p:nvPicPr>
          <p:cNvPr id="7" name="Image 1" descr="/home/claude/pptx_project/page-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69848"/>
            <a:ext cx="7863840" cy="46619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49640" y="1005840"/>
            <a:ext cx="3063240" cy="4799111"/>
          </a:xfrm>
          <a:prstGeom prst="roundRect">
            <a:avLst>
              <a:gd name="adj" fmla="val 2985"/>
            </a:avLst>
          </a:prstGeom>
          <a:solidFill>
            <a:srgbClr val="01663E"/>
          </a:solidFill>
          <a:ln/>
        </p:spPr>
      </p:sp>
      <p:sp>
        <p:nvSpPr>
          <p:cNvPr id="9" name="Text 5"/>
          <p:cNvSpPr/>
          <p:nvPr/>
        </p:nvSpPr>
        <p:spPr>
          <a:xfrm>
            <a:off x="882396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on this page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823960" y="1737360"/>
            <a:ext cx="2606040" cy="383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cards: Total Orders, Revenue, Cost, Profit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&amp; Profit trend by month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&amp; Profit by Warehouse and Category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vs. Cost breakdown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 |  Power BI Project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" name="Image 0" descr="/home/claude/pptx_project/icon_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3891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2 — Fulfillment Speed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005840" y="6217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Order-to-delivery timing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11480" y="1005840"/>
            <a:ext cx="8001000" cy="4799111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pic>
        <p:nvPicPr>
          <p:cNvPr id="7" name="Image 1" descr="/home/claude/pptx_project/page-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69848"/>
            <a:ext cx="7863840" cy="46619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49640" y="1005840"/>
            <a:ext cx="3063240" cy="4799111"/>
          </a:xfrm>
          <a:prstGeom prst="roundRect">
            <a:avLst>
              <a:gd name="adj" fmla="val 2985"/>
            </a:avLst>
          </a:prstGeom>
          <a:solidFill>
            <a:srgbClr val="01663E"/>
          </a:solidFill>
          <a:ln/>
        </p:spPr>
      </p:sp>
      <p:sp>
        <p:nvSpPr>
          <p:cNvPr id="9" name="Text 5"/>
          <p:cNvSpPr/>
          <p:nvPr/>
        </p:nvSpPr>
        <p:spPr>
          <a:xfrm>
            <a:off x="882396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on this page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823960" y="1737360"/>
            <a:ext cx="2606040" cy="383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cards: Avg Procurement, Shipping, Delivery, Total days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Fulfillment speed by Category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Fulfillment speed by Warehouse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trend of total fulfillment time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 |  Power BI Project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" name="Image 0" descr="/home/claude/pptx_project/icon_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3891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3 — Warehouse Performance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005840" y="6217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Distribution hub efficiency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11480" y="1005840"/>
            <a:ext cx="8001000" cy="4799111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pic>
        <p:nvPicPr>
          <p:cNvPr id="7" name="Image 1" descr="/home/claude/pptx_project/page-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69848"/>
            <a:ext cx="7863840" cy="46619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49640" y="1005840"/>
            <a:ext cx="3063240" cy="4799111"/>
          </a:xfrm>
          <a:prstGeom prst="roundRect">
            <a:avLst>
              <a:gd name="adj" fmla="val 2985"/>
            </a:avLst>
          </a:prstGeom>
          <a:solidFill>
            <a:srgbClr val="01663E"/>
          </a:solidFill>
          <a:ln/>
        </p:spPr>
      </p:sp>
      <p:sp>
        <p:nvSpPr>
          <p:cNvPr id="9" name="Text 5"/>
          <p:cNvSpPr/>
          <p:nvPr/>
        </p:nvSpPr>
        <p:spPr>
          <a:xfrm>
            <a:off x="882396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on this page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823960" y="1737360"/>
            <a:ext cx="2606040" cy="383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cards: Orders, Revenue, Avg fulfillment days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by Warehouse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by State (map)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detail table, ranked by speed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 |  Power BI Project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" name="Image 0" descr="/home/claude/pptx_project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3891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4 — Sales Team &amp; Product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005840" y="6217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and product performance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11480" y="1005840"/>
            <a:ext cx="8001000" cy="4799111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pic>
        <p:nvPicPr>
          <p:cNvPr id="7" name="Image 1" descr="/home/claude/pptx_project/page-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69848"/>
            <a:ext cx="7863840" cy="466195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49640" y="1005840"/>
            <a:ext cx="3063240" cy="4799111"/>
          </a:xfrm>
          <a:prstGeom prst="roundRect">
            <a:avLst>
              <a:gd name="adj" fmla="val 2985"/>
            </a:avLst>
          </a:prstGeom>
          <a:solidFill>
            <a:srgbClr val="01663E"/>
          </a:solidFill>
          <a:ln/>
        </p:spPr>
      </p:sp>
      <p:sp>
        <p:nvSpPr>
          <p:cNvPr id="9" name="Text 5"/>
          <p:cNvSpPr/>
          <p:nvPr/>
        </p:nvSpPr>
        <p:spPr>
          <a:xfrm>
            <a:off x="882396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on this page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823960" y="1737360"/>
            <a:ext cx="2606040" cy="3838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performance table (orders, revenue, profit)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impact on revenue by category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F1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Top-selling products, ranked by revenue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 |  Power BI Project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" name="Image 0" descr="/home/claude/pptx_project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DAX Measures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429000" cy="4617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7" name="Image 1" descr="/home/claude/pptx_project/icon_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173095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240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&amp; Revenue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22960" y="269748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Orders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Revenue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Cost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Profit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Discount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160520" y="1325880"/>
            <a:ext cx="3429000" cy="4617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34840" y="160020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12" name="Image 2" descr="/home/claude/pptx_project/icon_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599" y="173095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34840" y="2240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Fulfillment Speed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434840" y="269748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Procurement Days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Shipping Days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Delivery Days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Total Fulfillment Days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772400" y="1325880"/>
            <a:ext cx="3429000" cy="4617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046720" y="1600200"/>
            <a:ext cx="502920" cy="50292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17" name="Image 3" descr="/home/claude/pptx_project/icon_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479" y="1730959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0" y="2240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Intelligence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046720" y="269748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YTD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PY (Same Period Last Year)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Growth %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 |  Power BI Project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3" name="Image 0" descr="/home/claude/pptx_project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7" name="Image 1" descr="/home/claude/pptx_project/icon_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.pbix Power BI File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691640" y="19202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built report with 4 interactive pages and applied theme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68680" y="2788920"/>
            <a:ext cx="548640" cy="54864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12" name="Image 2" descr="/home/claude/pptx_project/icon_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2931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Star-Schema Data Model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691640" y="30632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fact table + 6 dimension tables with defined relationships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70332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68680" y="3931920"/>
            <a:ext cx="548640" cy="54864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17" name="Image 3" descr="/home/claude/pptx_project/icon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4074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DAX Measures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691640" y="42062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Covering sales, fulfillment speed, and time intelligence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84632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3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5074920"/>
            <a:ext cx="548640" cy="548640"/>
          </a:xfrm>
          <a:prstGeom prst="ellipse">
            <a:avLst/>
          </a:prstGeom>
          <a:solidFill>
            <a:srgbClr val="01663E"/>
          </a:solidFill>
          <a:ln/>
        </p:spPr>
      </p:sp>
      <p:pic>
        <p:nvPicPr>
          <p:cNvPr id="22" name="Image 4" descr="/home/claude/pptx_project/icon_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52175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9164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66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Dictionary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691640" y="53492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Column-level documentation of the fact and dimension tables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 |  Power BI Project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66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0A7A4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657600" cy="3657600"/>
          </a:xfrm>
          <a:prstGeom prst="ellipse">
            <a:avLst/>
          </a:prstGeom>
          <a:solidFill>
            <a:srgbClr val="0A7A4C"/>
          </a:solidFill>
          <a:ln/>
        </p:spPr>
      </p:sp>
      <p:sp>
        <p:nvSpPr>
          <p:cNvPr id="4" name="Shape 2"/>
          <p:cNvSpPr/>
          <p:nvPr/>
        </p:nvSpPr>
        <p:spPr>
          <a:xfrm>
            <a:off x="5824728" y="2148840"/>
            <a:ext cx="731520" cy="731520"/>
          </a:xfrm>
          <a:prstGeom prst="ellipse">
            <a:avLst/>
          </a:prstGeom>
          <a:solidFill>
            <a:srgbClr val="8FC4AC"/>
          </a:solidFill>
          <a:ln/>
        </p:spPr>
      </p:sp>
      <p:pic>
        <p:nvPicPr>
          <p:cNvPr id="5" name="Image 0" descr="/home/claude/pptx_project/icon_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4923" y="233903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175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EF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Logistics &amp; Supply Chain Performance Dashboard — built in Power BI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2026-08-01T16:11:30Z</dcterms:created>
  <dcterms:modified xsi:type="dcterms:W3CDTF">2026-08-01T16:11:30Z</dcterms:modified>
</cp:coreProperties>
</file>